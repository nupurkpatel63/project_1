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Science\Internship\Project1\FinalDataset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Science\Internship\Project1\FinalDataset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[FinalDataset1.xlsx]Demand by date!PivotTable2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lang="en-IN" sz="1600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Date</a:t>
            </a:r>
            <a:endParaRPr lang="en-IN" sz="1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3774300087489062"/>
          <c:y val="8.238553514144066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'Demand by date'!$B$3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'Demand by date'!$A$4:$A$49</c:f>
              <c:strCache>
                <c:ptCount val="45"/>
                <c:pt idx="0">
                  <c:v>01-01-2011</c:v>
                </c:pt>
                <c:pt idx="1">
                  <c:v>02-01-2011</c:v>
                </c:pt>
                <c:pt idx="2">
                  <c:v>03-01-2011</c:v>
                </c:pt>
                <c:pt idx="3">
                  <c:v>04-01-2011</c:v>
                </c:pt>
                <c:pt idx="4">
                  <c:v>05-01-2011</c:v>
                </c:pt>
                <c:pt idx="5">
                  <c:v>06-01-2011</c:v>
                </c:pt>
                <c:pt idx="6">
                  <c:v>07-01-2011</c:v>
                </c:pt>
                <c:pt idx="7">
                  <c:v>08-01-2011</c:v>
                </c:pt>
                <c:pt idx="8">
                  <c:v>09-01-2011</c:v>
                </c:pt>
                <c:pt idx="9">
                  <c:v>10-01-2011</c:v>
                </c:pt>
                <c:pt idx="10">
                  <c:v>11-01-2011</c:v>
                </c:pt>
                <c:pt idx="11">
                  <c:v>12-01-2011</c:v>
                </c:pt>
                <c:pt idx="12">
                  <c:v>13-01-2011</c:v>
                </c:pt>
                <c:pt idx="13">
                  <c:v>14-01-2011</c:v>
                </c:pt>
                <c:pt idx="14">
                  <c:v>15-01-2011</c:v>
                </c:pt>
                <c:pt idx="15">
                  <c:v>16-01-2011</c:v>
                </c:pt>
                <c:pt idx="16">
                  <c:v>17-01-2011</c:v>
                </c:pt>
                <c:pt idx="17">
                  <c:v>18-01-2011</c:v>
                </c:pt>
                <c:pt idx="18">
                  <c:v>19-01-2011</c:v>
                </c:pt>
                <c:pt idx="19">
                  <c:v>20-01-2011</c:v>
                </c:pt>
                <c:pt idx="20">
                  <c:v>21-01-2011</c:v>
                </c:pt>
                <c:pt idx="21">
                  <c:v>22-01-2011</c:v>
                </c:pt>
                <c:pt idx="22">
                  <c:v>23-01-2011</c:v>
                </c:pt>
                <c:pt idx="23">
                  <c:v>24-01-2011</c:v>
                </c:pt>
                <c:pt idx="24">
                  <c:v>25-01-2011</c:v>
                </c:pt>
                <c:pt idx="25">
                  <c:v>26-01-2011</c:v>
                </c:pt>
                <c:pt idx="26">
                  <c:v>27-01-2011</c:v>
                </c:pt>
                <c:pt idx="27">
                  <c:v>28-01-2011</c:v>
                </c:pt>
                <c:pt idx="28">
                  <c:v>29-01-2011</c:v>
                </c:pt>
                <c:pt idx="29">
                  <c:v>30-01-2011</c:v>
                </c:pt>
                <c:pt idx="30">
                  <c:v>31-01-2011</c:v>
                </c:pt>
                <c:pt idx="31">
                  <c:v>01-02-2011</c:v>
                </c:pt>
                <c:pt idx="32">
                  <c:v>02-02-2011</c:v>
                </c:pt>
                <c:pt idx="33">
                  <c:v>03-02-2011</c:v>
                </c:pt>
                <c:pt idx="34">
                  <c:v>04-02-2011</c:v>
                </c:pt>
                <c:pt idx="35">
                  <c:v>05-02-2011</c:v>
                </c:pt>
                <c:pt idx="36">
                  <c:v>06-02-2011</c:v>
                </c:pt>
                <c:pt idx="37">
                  <c:v>07-02-2011</c:v>
                </c:pt>
                <c:pt idx="38">
                  <c:v>08-02-2011</c:v>
                </c:pt>
                <c:pt idx="39">
                  <c:v>09-02-2011</c:v>
                </c:pt>
                <c:pt idx="40">
                  <c:v>10-02-2011</c:v>
                </c:pt>
                <c:pt idx="41">
                  <c:v>11-02-2011</c:v>
                </c:pt>
                <c:pt idx="42">
                  <c:v>12-02-2011</c:v>
                </c:pt>
                <c:pt idx="43">
                  <c:v>13-02-2011</c:v>
                </c:pt>
                <c:pt idx="44">
                  <c:v>14-02-2011</c:v>
                </c:pt>
              </c:strCache>
            </c:strRef>
          </c:cat>
          <c:val>
            <c:numRef>
              <c:f>'Demand by date'!$B$4:$B$49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7E-48D4-AD24-7EF50B8AB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17403967"/>
        <c:axId val="2017405407"/>
      </c:lineChart>
      <c:catAx>
        <c:axId val="2017403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405407"/>
        <c:crosses val="autoZero"/>
        <c:auto val="1"/>
        <c:lblAlgn val="ctr"/>
        <c:lblOffset val="100"/>
        <c:noMultiLvlLbl val="0"/>
      </c:catAx>
      <c:valAx>
        <c:axId val="2017405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403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[FinalDataset1.xlsx]Demand by weather!PivotTable3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by Weather</a:t>
            </a:r>
            <a:endParaRPr lang="en-US" sz="1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'Demand by weather'!$B$3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927-4AF6-94D6-06E28AB195DF}"/>
              </c:ext>
            </c:extLst>
          </c:dPt>
          <c:cat>
            <c:strRef>
              <c:f>'Demand by weather'!$A$4:$A$8</c:f>
              <c:strCache>
                <c:ptCount val="4"/>
                <c:pt idx="0">
                  <c:v>Clear</c:v>
                </c:pt>
                <c:pt idx="1">
                  <c:v>Heavy Rain/Storm</c:v>
                </c:pt>
                <c:pt idx="2">
                  <c:v>Light Rain/Snow</c:v>
                </c:pt>
                <c:pt idx="3">
                  <c:v>Mist/Cloudy</c:v>
                </c:pt>
              </c:strCache>
            </c:strRef>
          </c:cat>
          <c:val>
            <c:numRef>
              <c:f>'Demand by weather'!$B$4:$B$8</c:f>
              <c:numCache>
                <c:formatCode>General</c:formatCode>
                <c:ptCount val="4"/>
                <c:pt idx="0">
                  <c:v>37373</c:v>
                </c:pt>
                <c:pt idx="1">
                  <c:v>36</c:v>
                </c:pt>
                <c:pt idx="2">
                  <c:v>2789</c:v>
                </c:pt>
                <c:pt idx="3">
                  <c:v>18106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27-4AF6-94D6-06E28AB19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35503712"/>
        <c:axId val="235504192"/>
      </c:barChart>
      <c:catAx>
        <c:axId val="235503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504192"/>
        <c:crosses val="autoZero"/>
        <c:auto val="1"/>
        <c:lblAlgn val="ctr"/>
        <c:lblOffset val="100"/>
        <c:noMultiLvlLbl val="0"/>
      </c:catAx>
      <c:valAx>
        <c:axId val="235504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550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31927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7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1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1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4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7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4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3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13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40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8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1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94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8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1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Bike Sharing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Business Intelligence using Excel</a:t>
            </a:r>
          </a:p>
          <a:p>
            <a:r>
              <a:t>Focus: User Demand, Trends, and Insights</a:t>
            </a:r>
          </a:p>
          <a:p>
            <a:r>
              <a:t>Interactive Dashboard with Visualizations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user demand patterns</a:t>
            </a:r>
          </a:p>
          <a:p>
            <a:r>
              <a:t>Identify peak usage hours</a:t>
            </a:r>
          </a:p>
          <a:p>
            <a:r>
              <a:t>Analyze weather impact</a:t>
            </a:r>
          </a:p>
          <a:p>
            <a:r>
              <a:t>Support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Time-based dataset (hour, date)</a:t>
            </a:r>
          </a:p>
          <a:p>
            <a:r>
              <a:rPr dirty="0"/>
              <a:t>User types: casual &amp; registered</a:t>
            </a:r>
          </a:p>
          <a:p>
            <a:r>
              <a:rPr dirty="0"/>
              <a:t>Weather and seasonal impact</a:t>
            </a:r>
            <a:r>
              <a:rPr lang="en-IN" dirty="0"/>
              <a:t>(Here - spring)</a:t>
            </a:r>
            <a:endParaRPr dirty="0"/>
          </a:p>
          <a:p>
            <a:r>
              <a:rPr dirty="0"/>
              <a:t>Target: Demand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Handled missing values</a:t>
            </a:r>
          </a:p>
          <a:p>
            <a:r>
              <a:t>Removed duplicates</a:t>
            </a:r>
          </a:p>
          <a:p>
            <a:r>
              <a:t>Corrected data types</a:t>
            </a:r>
          </a:p>
          <a:p>
            <a:r>
              <a:t>Prepared clean dataset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Line Chart → Trend analysis</a:t>
            </a:r>
          </a:p>
          <a:p>
            <a:r>
              <a:rPr dirty="0"/>
              <a:t>Bar Chart → Weather comparison</a:t>
            </a:r>
          </a:p>
          <a:p>
            <a:r>
              <a:rPr dirty="0"/>
              <a:t>Heatmap → Hourly demand</a:t>
            </a:r>
          </a:p>
          <a:p>
            <a:r>
              <a:rPr dirty="0"/>
              <a:t>Slicers &amp; Timeline → Interactivity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Analysis (Line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69324" cy="4525963"/>
          </a:xfrm>
        </p:spPr>
        <p:txBody>
          <a:bodyPr/>
          <a:lstStyle/>
          <a:p>
            <a:endParaRPr dirty="0"/>
          </a:p>
          <a:p>
            <a:r>
              <a:rPr dirty="0"/>
              <a:t>Shows demand over time</a:t>
            </a:r>
          </a:p>
          <a:p>
            <a:r>
              <a:rPr dirty="0"/>
              <a:t>Identifies growth and decline</a:t>
            </a:r>
          </a:p>
          <a:p>
            <a:r>
              <a:rPr dirty="0"/>
              <a:t>Useful for forecasting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E82108-997F-4E26-8C8F-9144151DD5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9933847"/>
              </p:ext>
            </p:extLst>
          </p:nvPr>
        </p:nvGraphicFramePr>
        <p:xfrm>
          <a:off x="4826524" y="2226325"/>
          <a:ext cx="3329940" cy="2707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Impact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20532" cy="4525963"/>
          </a:xfrm>
        </p:spPr>
        <p:txBody>
          <a:bodyPr/>
          <a:lstStyle/>
          <a:p>
            <a:endParaRPr dirty="0"/>
          </a:p>
          <a:p>
            <a:r>
              <a:rPr dirty="0"/>
              <a:t>Compares demand across weather</a:t>
            </a:r>
          </a:p>
          <a:p>
            <a:r>
              <a:rPr dirty="0"/>
              <a:t>Clear weather → higher usage</a:t>
            </a:r>
          </a:p>
          <a:p>
            <a:r>
              <a:rPr dirty="0"/>
              <a:t>Rain → lower demand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BD8C1AF-1B66-4177-975F-4A838188C2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3409849"/>
              </p:ext>
            </p:extLst>
          </p:nvPr>
        </p:nvGraphicFramePr>
        <p:xfrm>
          <a:off x="4477732" y="2181652"/>
          <a:ext cx="4336448" cy="2494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Hourly Demand (Heatmap)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06652" cy="4525963"/>
          </a:xfrm>
        </p:spPr>
        <p:txBody>
          <a:bodyPr/>
          <a:lstStyle/>
          <a:p>
            <a:endParaRPr dirty="0"/>
          </a:p>
          <a:p>
            <a:r>
              <a:rPr dirty="0"/>
              <a:t>Visualizes peak hours</a:t>
            </a:r>
          </a:p>
          <a:p>
            <a:r>
              <a:rPr dirty="0"/>
              <a:t>Dark colors = high demand</a:t>
            </a:r>
          </a:p>
          <a:p>
            <a:r>
              <a:rPr dirty="0"/>
              <a:t>Helps optimize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68DF4-9BF2-B5C3-6263-BF0E3FB8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826" y="1531602"/>
            <a:ext cx="1263190" cy="4663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Type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Registered users dominate</a:t>
            </a:r>
          </a:p>
          <a:p>
            <a:r>
              <a:t>Casual users fluctuate</a:t>
            </a:r>
          </a:p>
          <a:p>
            <a:r>
              <a:t>Helps in marketing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Slicers for dynamic filtering</a:t>
            </a:r>
          </a:p>
          <a:p>
            <a:r>
              <a:t>Timeline for date selection</a:t>
            </a:r>
          </a:p>
          <a:p>
            <a:r>
              <a:t>User-friendly dashboard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&amp;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Used Excel Forecast Sheet</a:t>
            </a:r>
          </a:p>
          <a:p>
            <a:r>
              <a:t>Predicted future demand trends</a:t>
            </a:r>
          </a:p>
          <a:p>
            <a:r>
              <a:t>Identified anomalies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Peak hours: morning &amp; evening</a:t>
            </a:r>
          </a:p>
          <a:p>
            <a:r>
              <a:t>Weather significantly impacts demand</a:t>
            </a:r>
          </a:p>
          <a:p>
            <a:r>
              <a:t>Registered users are consistent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Increase availability during peak hours</a:t>
            </a:r>
          </a:p>
          <a:p>
            <a:r>
              <a:t>Plan promotions for low-demand periods</a:t>
            </a:r>
          </a:p>
          <a:p>
            <a:r>
              <a:t>Optimize operations based on weather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Excel enables powerful BI analysis</a:t>
            </a:r>
          </a:p>
          <a:p>
            <a:r>
              <a:t>Dashboard improves decision-making</a:t>
            </a:r>
          </a:p>
          <a:p>
            <a:r>
              <a:t>Insights can drive business growth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</TotalTime>
  <Words>245</Words>
  <Application>Microsoft Office PowerPoint</Application>
  <PresentationFormat>On-screen Show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Corbel</vt:lpstr>
      <vt:lpstr>Times New Roman</vt:lpstr>
      <vt:lpstr>Parallax</vt:lpstr>
      <vt:lpstr>Bike Sharing Dashboard Analysis</vt:lpstr>
      <vt:lpstr>Business Objective</vt:lpstr>
      <vt:lpstr>Dataset Overview</vt:lpstr>
      <vt:lpstr>Data Preparation</vt:lpstr>
      <vt:lpstr>Dashboard Components</vt:lpstr>
      <vt:lpstr>Trend Analysis (Line Chart)</vt:lpstr>
      <vt:lpstr>Weather Impact (Bar Chart)</vt:lpstr>
      <vt:lpstr>Hourly Demand (Heatmap)</vt:lpstr>
      <vt:lpstr>User Type Insights</vt:lpstr>
      <vt:lpstr>Interactive Features</vt:lpstr>
      <vt:lpstr>Forecast &amp; Predictions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kalpesh patel</cp:lastModifiedBy>
  <cp:revision>2</cp:revision>
  <dcterms:created xsi:type="dcterms:W3CDTF">2013-01-27T09:14:16Z</dcterms:created>
  <dcterms:modified xsi:type="dcterms:W3CDTF">2026-03-19T08:49:36Z</dcterms:modified>
  <cp:category/>
</cp:coreProperties>
</file>